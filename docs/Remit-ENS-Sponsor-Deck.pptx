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f8b15285de4d84" /><Relationship Type="http://schemas.openxmlformats.org/officeDocument/2006/relationships/extended-properties" Target="/docProps/app.xml" Id="R432ebf5e02694fbc" /><Relationship Type="http://schemas.openxmlformats.org/officeDocument/2006/relationships/officeDocument" Target="/ppt/presentation.xml" Id="R4fe455e30c7e40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505ec200944eb5"/>
  </p:sldMasterIdLst>
  <p:notesMasterIdLst>
    <p:notesMasterId xmlns:r="http://schemas.openxmlformats.org/officeDocument/2006/relationships" r:id="Rc4ca90e82bcf4411"/>
  </p:notesMasterIdLst>
  <p:sldIdLst>
    <p:sldId xmlns:r="http://schemas.openxmlformats.org/officeDocument/2006/relationships" id="256" r:id="Rc99b906abb72404e"/>
    <p:sldId xmlns:r="http://schemas.openxmlformats.org/officeDocument/2006/relationships" id="257" r:id="Re23a3e879a1e4ed6"/>
    <p:sldId xmlns:r="http://schemas.openxmlformats.org/officeDocument/2006/relationships" id="258" r:id="R7bbebb58bd5a4b45"/>
    <p:sldId xmlns:r="http://schemas.openxmlformats.org/officeDocument/2006/relationships" id="259" r:id="Rd80435cbe1e9440a"/>
    <p:sldId xmlns:r="http://schemas.openxmlformats.org/officeDocument/2006/relationships" id="260" r:id="R8f3db78257374fb4"/>
    <p:sldId xmlns:r="http://schemas.openxmlformats.org/officeDocument/2006/relationships" id="261" r:id="Rffe2051487ad4c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7fc08f710641c9" /><Relationship Type="http://schemas.openxmlformats.org/officeDocument/2006/relationships/slideMaster" Target="/ppt/slideMasters/slideMaster1.xml" Id="R95505ec200944eb5" /><Relationship Type="http://schemas.openxmlformats.org/officeDocument/2006/relationships/notesMaster" Target="/ppt/notesMasters/notesMaster1.xml" Id="Rc4ca90e82bcf4411" /><Relationship Type="http://schemas.openxmlformats.org/officeDocument/2006/relationships/presProps" Target="/ppt/presProps.xml" Id="R51f1de8db519489a" /><Relationship Type="http://schemas.openxmlformats.org/officeDocument/2006/relationships/tableStyles" Target="/ppt/tableStyles.xml" Id="R6be1f110e47d41ac" /><Relationship Type="http://schemas.openxmlformats.org/officeDocument/2006/relationships/slide" Target="/ppt/slides/slide1.xml" Id="Rc99b906abb72404e" /><Relationship Type="http://schemas.openxmlformats.org/officeDocument/2006/relationships/slide" Target="/ppt/slides/slide2.xml" Id="Re23a3e879a1e4ed6" /><Relationship Type="http://schemas.openxmlformats.org/officeDocument/2006/relationships/slide" Target="/ppt/slides/slide3.xml" Id="R7bbebb58bd5a4b45" /><Relationship Type="http://schemas.openxmlformats.org/officeDocument/2006/relationships/slide" Target="/ppt/slides/slide4.xml" Id="Rd80435cbe1e9440a" /><Relationship Type="http://schemas.openxmlformats.org/officeDocument/2006/relationships/slide" Target="/ppt/slides/slide5.xml" Id="R8f3db78257374fb4" /><Relationship Type="http://schemas.openxmlformats.org/officeDocument/2006/relationships/slide" Target="/ppt/slides/slide6.xml" Id="Rffe2051487ad4c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0b22831be145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0207fe22c84157" /><Relationship Type="http://schemas.openxmlformats.org/officeDocument/2006/relationships/notesMaster" Target="/ppt/notesMasters/notesMaster1.xml" Id="R6cf2fa52d6e54c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5c34d39fb8425b" /><Relationship Type="http://schemas.openxmlformats.org/officeDocument/2006/relationships/notesMaster" Target="/ppt/notesMasters/notesMaster1.xml" Id="R9b50a9c809b544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8a2410e4fd4cb6" /><Relationship Type="http://schemas.openxmlformats.org/officeDocument/2006/relationships/notesMaster" Target="/ppt/notesMasters/notesMaster1.xml" Id="R080c601db5b246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b2739d21f34d71" /><Relationship Type="http://schemas.openxmlformats.org/officeDocument/2006/relationships/notesMaster" Target="/ppt/notesMasters/notesMaster1.xml" Id="Rc1f0c8f314eb45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1ef5f44d8549c1" /><Relationship Type="http://schemas.openxmlformats.org/officeDocument/2006/relationships/notesMaster" Target="/ppt/notesMasters/notesMaster1.xml" Id="R32670ab09ed34b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5ab7644df0476e" /><Relationship Type="http://schemas.openxmlformats.org/officeDocument/2006/relationships/notesMaster" Target="/ppt/notesMasters/notesMaster1.xml" Id="R4d928e0e445140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role separation: ENS names the agent; Remit controls what it may 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https://ethglobal.com/events/lisbon2026/prizes</a:t>
            </a:r>
          </a:p>
          <a:p xmlns:a="http://schemas.openxmlformats.org/drawingml/2006/main">
            <a:r>
              <a:t>- /Users/oisinlyons/Documents/Codex/2026-07-24/okay-so-i-have-a-hackathon/worktrees/remit-main/packages/world-adapter/src/ens.ts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already implemented in the people API: an ENS name is accepted wherever an agent address is expected.</a:t>
            </a:r>
          </a:p>
          <a:p xmlns:a="http://schemas.openxmlformats.org/drawingml/2006/main">
            <a:r>
              <a:t>The current name is a lookup key; the resolved address is what Remit stores.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/Users/oisinlyons/Documents/Codex/2026-07-24/okay-so-i-have-a-hackathon/worktrees/remit-main/apps/web/src/app/api/people/route.ts</a:t>
            </a:r>
          </a:p>
          <a:p xmlns:a="http://schemas.openxmlformats.org/drawingml/2006/main">
            <a:r>
              <a:t>- https://docs.ens.domains/web/design/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validation on 2026-07-26 resolved vitalik.eth forward and reverse through the current adapter.</a:t>
            </a:r>
          </a:p>
          <a:p xmlns:a="http://schemas.openxmlformats.org/drawingml/2006/main">
            <a:r>
              <a:t>If ENS is unavailable, the roster falls back to the raw address; naming never blocks an authorized approver.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https://docs.ens.domains/learn/resolution/</a:t>
            </a:r>
          </a:p>
          <a:p xmlns:a="http://schemas.openxmlformats.org/drawingml/2006/main">
            <a:r>
              <a:t>- https://docs.ens.domains/web/resolution/</a:t>
            </a:r>
          </a:p>
          <a:p xmlns:a="http://schemas.openxmlformats.org/drawingml/2006/main">
            <a:r>
              <a:t>- /Users/oisinlyons/Documents/Codex/2026-07-24/okay-so-i-have-a-hackathon/worktrees/remit-main/packages/world-adapter/src/ens.ts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separation is deliberate: ENS is presentation and discovery only in the current implementation.</a:t>
            </a:r>
          </a:p>
          <a:p xmlns:a="http://schemas.openxmlformats.org/drawingml/2006/main">
            <a:r>
              <a:t>World establishes human backing; the company grants the role; deterministic policy authorizes the financial effect.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/Users/oisinlyons/Documents/Codex/2026-07-24/okay-so-i-have-a-hackathon/worktrees/remit-main/packages/world-adapter/src/ens.ts</a:t>
            </a:r>
          </a:p>
          <a:p xmlns:a="http://schemas.openxmlformats.org/drawingml/2006/main">
            <a:r>
              <a:t>- /Users/oisinlyons/Documents/Codex/2026-07-24/okay-so-i-have-a-hackathon/worktrees/remit-main/apps/web/src/app/(app)/people/page.tsx</a:t>
            </a:r>
          </a:p>
          <a:p xmlns:a="http://schemas.openxmlformats.org/drawingml/2006/main">
            <a:r>
              <a:t>- https://docs.ens.domains/web/design/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event’s AI-agent prize explicitly says ENS must improve identity or discoverability and cannot be cosmetic.</a:t>
            </a:r>
          </a:p>
          <a:p xmlns:a="http://schemas.openxmlformats.org/drawingml/2006/main">
            <a:r>
              <a:t>ENSIP-25 and ENSIP-26 are draft standards, so present them as an ambitious event implementation, not a settled production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https://ethglobal.com/events/lisbon2026/prizes</a:t>
            </a:r>
          </a:p>
          <a:p xmlns:a="http://schemas.openxmlformats.org/drawingml/2006/main">
            <a:r>
              <a:t>- https://docs.ens.domains/ensip/25/</a:t>
            </a:r>
          </a:p>
          <a:p xmlns:a="http://schemas.openxmlformats.org/drawingml/2006/main">
            <a:r>
              <a:t>- https://docs.ens.domains/ensip/26/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Finish with one line: ENS gives the payment agent a persistent, human-readable identity without turning the name into financial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https://ethglobal.com/events/lisbon2026/prizes</a:t>
            </a:r>
          </a:p>
          <a:p xmlns:a="http://schemas.openxmlformats.org/drawingml/2006/main">
            <a:r>
              <a:t>- https://docs.ens.domains/ensip/26/</a:t>
            </a:r>
          </a:p>
          <a:p xmlns:a="http://schemas.openxmlformats.org/drawingml/2006/main">
            <a:r>
              <a:t>- /Users/oisinlyons/Documents/Codex/2026-07-24/okay-so-i-have-a-hackathon/worktrees/remit-main/docs/product/PRODUCT-BRIEF.md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401b832acf42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e9985a6e8d4966" /><Relationship Type="http://schemas.openxmlformats.org/officeDocument/2006/relationships/slideLayout" Target="/ppt/slideLayouts/slideLayout1.xml" Id="R22501b0303b34a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501b0303b34a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170cc1807453d" /><Relationship Type="http://schemas.openxmlformats.org/officeDocument/2006/relationships/notesSlide" Target="/ppt/notesSlides/notesSlide1.xml" Id="R9410b7bb089c45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534de2c144cdb" /><Relationship Type="http://schemas.openxmlformats.org/officeDocument/2006/relationships/notesSlide" Target="/ppt/notesSlides/notesSlide2.xml" Id="R7876e61f4c494f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2f9791c624d47" /><Relationship Type="http://schemas.openxmlformats.org/officeDocument/2006/relationships/notesSlide" Target="/ppt/notesSlides/notesSlide3.xml" Id="R26cb19bc1d8b4c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b1f47064e469a" /><Relationship Type="http://schemas.openxmlformats.org/officeDocument/2006/relationships/notesSlide" Target="/ppt/notesSlides/notesSlide4.xml" Id="Rbde4ca360cd744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ab06f42544c8c" /><Relationship Type="http://schemas.openxmlformats.org/officeDocument/2006/relationships/notesSlide" Target="/ppt/notesSlides/notesSlide5.xml" Id="R2b9204f0cad14f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5eaacf1ee45c2" /><Relationship Type="http://schemas.openxmlformats.org/officeDocument/2006/relationships/notesSlide" Target="/ppt/notesSlides/notesSlide6.xml" Id="Ree78e8b7bd78430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6A23BE4B-CB07-4FCA-8C46-DA64DAF7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50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Give every
payment agent a name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E3E450C5-71AA-4076-A779-7F7F87E5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Human-readable discovery on Ethereum.
Authority still comes from Remit’s controls.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BADD86C8-8D5B-444B-98D4-FD04FE2F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REMIT × ENS</a:t>
            </a:r>
          </a:p>
        </p:txBody>
      </p:sp>
    </p:spTree>
    <p:extLst>
      <p:ext uri="{BB962C8B-B14F-4D97-AF65-F5344CB8AC3E}">
        <p14:creationId xmlns:p14="http://schemas.microsoft.com/office/powerpoint/2010/main" val="12613769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A302027-7AEC-4133-9B16-A86D7405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DDFE45B-DB4F-43E6-89C5-8590C7CC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ENS removes the first wallet mistake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5418FAC3-452C-4443-8E4F-959376E0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Without ENS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finance administrator pastes a 42-character wallet address. One wrong character can enroll the wrong agent.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6B0D2BDC-A779-46AF-8FB5-6C6E988A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With ENS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They enter maria.eth. Remit normalizes and resolves it live, then stores the resulting wallet address.</a:t>
            </a:r>
          </a:p>
        </p:txBody>
      </p:sp>
    </p:spTree>
    <p:extLst>
      <p:ext uri="{BB962C8B-B14F-4D97-AF65-F5344CB8AC3E}">
        <p14:creationId xmlns:p14="http://schemas.microsoft.com/office/powerpoint/2010/main" val="2989936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5EDF772-B5FE-44B7-80C3-F682332B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ED11C08-3FB5-4D91-AF03-41391639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name creates three concrete product actions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540FBDD0-96D9-4240-9DC3-64B0C95A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F586AB3-392F-427E-9D73-949EC0CC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34AFBC5C-21B1-4276-A6FD-3E93C597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0D4D0CDF-9C09-4D11-A8C7-F44D850E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ENTER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51725D43-D801-42A1-8140-5C95DCE5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RESOLVE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3A28B7D-179D-4680-B45C-A0F8FBFF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RECOGNIZE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BE480115-CE7F-47FA-BBFC-31EA1CB4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Ethereum L1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Viem normalizes the name and performs a live forward lookup to its current address.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2163B14E-3D9A-4C89-918A-B6E8CAD9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maria.eth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 administrator can type a readable name wherever Remit expects an agent wallet.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B9602F2-583D-4A1C-8A2C-6D4EE56D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Roster display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reverse lookup shows the readable name while the raw address remains available.</a:t>
            </a:r>
          </a:p>
        </p:txBody>
      </p:sp>
    </p:spTree>
    <p:extLst>
      <p:ext uri="{BB962C8B-B14F-4D97-AF65-F5344CB8AC3E}">
        <p14:creationId xmlns:p14="http://schemas.microsoft.com/office/powerpoint/2010/main" val="68206742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8281804-64FD-44D3-BAFC-5CA54C38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2E2BAC8-89E2-4231-986A-BB740511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ENS makes agents usable — never authorized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969C8CDA-9D41-4E58-AEDE-D32851EA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BADE644-662F-4CFF-833B-53178D66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ENS DOES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4EDC1BB3-1B25-422C-8E73-19AC2ECB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Name the agent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Resolve its wallet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 discovery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FCE6328C-2744-4135-A264-29A2611C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3CA3D7B3-7362-400B-AC50-8452C500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ENS DOES NOT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A62691BA-AA54-43FF-994D-21E144AE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Prove personhood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Grant a role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Authorize payment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E32C0C34-F335-4B6C-828D-F650EB34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SECURITY BOUNDARY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ENS answers what an agent is called and where its wallet is.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It does not answer who the human is or what the company permits.</a:t>
            </a:r>
          </a:p>
        </p:txBody>
      </p:sp>
    </p:spTree>
    <p:extLst>
      <p:ext uri="{BB962C8B-B14F-4D97-AF65-F5344CB8AC3E}">
        <p14:creationId xmlns:p14="http://schemas.microsoft.com/office/powerpoint/2010/main" val="20208177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749630E-9DB5-46D8-8383-3143334C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AE66AAD-7961-4030-AC45-CFB9D555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 win ENS, move beyond simple lookup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44FBAB4C-D1B5-48C5-B630-C3186C66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Verified name
</a:t>
            </a: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Bind the ENS name to the agent’s registry identity with ENSIP-25.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35378283-D817-43D2-8B97-691C21CC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Agent profile
</a:t>
            </a: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 agent-context and endpoint records so other agents can discover its purpose and interface.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2F90996C-326A-401D-A1D5-4B499340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Safe enrollment
</a:t>
            </a: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Show name plus address, require wallet possession, then let Remit grant the company role.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B6F54FB2-1FD4-4476-8275-FAE19B13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4EB54336-1801-4F10-B094-DE606661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64CA1D0E-5895-4EEA-AD5C-0C6EB0AB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8983429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3D15FC-9929-4009-B071-B9B63671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50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ENS makes agents
findable and legible.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6F2C9CF8-FBB7-4E27-84EB-9DA1F66B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World proves human backing.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Remit grants company authority.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Hedera settles the exact approved action.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FB9FA303-D079-49FC-B2B0-E21E623A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REMIT × ENS</a:t>
            </a:r>
          </a:p>
        </p:txBody>
      </p:sp>
    </p:spTree>
    <p:extLst>
      <p:ext uri="{BB962C8B-B14F-4D97-AF65-F5344CB8AC3E}">
        <p14:creationId xmlns:p14="http://schemas.microsoft.com/office/powerpoint/2010/main" val="9380954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2026-07-26T09:09:34.5180000Z</dcterms:created>
  <dcterms:modified xsi:type="dcterms:W3CDTF">2026-07-26T09:09:34.5180000Z</dcterms:modified>
</coreProperties>
</file>